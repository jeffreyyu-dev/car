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3966362" cy="2642616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2666" y="73152"/>
            <a:ext cx="3966362" cy="2642616"/>
          </a:xfrm>
          <a:prstGeom prst="rect">
            <a:avLst/>
          </a:prstGeom>
          <a:solidFill>
            <a:srgbClr val="C16B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52180" y="73152"/>
            <a:ext cx="3966362" cy="2642616"/>
          </a:xfrm>
          <a:prstGeom prst="rect">
            <a:avLst/>
          </a:prstGeom>
          <a:solidFill>
            <a:srgbClr val="6B8F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484833" y="571500"/>
            <a:ext cx="1143000" cy="1005840"/>
          </a:xfrm>
          <a:prstGeom prst="triangle">
            <a:avLst/>
          </a:prstGeom>
          <a:solidFill>
            <a:srgbClr val="D9A4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3200" b="1">
                <a:solidFill>
                  <a:srgbClr val="243B55"/>
                </a:solidFill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47088"/>
            <a:ext cx="341772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Calibri"/>
              </a:rPr>
              <a:t>A light turns on. What does it actually mean?</a:t>
            </a:r>
          </a:p>
        </p:txBody>
      </p:sp>
      <p:sp>
        <p:nvSpPr>
          <p:cNvPr id="8" name="Oval 7"/>
          <p:cNvSpPr/>
          <p:nvPr/>
        </p:nvSpPr>
        <p:spPr>
          <a:xfrm>
            <a:off x="5227167" y="502920"/>
            <a:ext cx="434340" cy="434340"/>
          </a:xfrm>
          <a:prstGeom prst="ellipse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96866" y="955548"/>
            <a:ext cx="694944" cy="590702"/>
          </a:xfrm>
          <a:prstGeom prst="round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63361" y="365760"/>
            <a:ext cx="571500" cy="571500"/>
          </a:xfrm>
          <a:prstGeom prst="ellipse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91911" y="955548"/>
            <a:ext cx="914400" cy="777240"/>
          </a:xfrm>
          <a:prstGeom prst="round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6986" y="1847088"/>
            <a:ext cx="341772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 new driver and a mechanic see the same warning light.</a:t>
            </a:r>
          </a:p>
        </p:txBody>
      </p:sp>
      <p:sp>
        <p:nvSpPr>
          <p:cNvPr id="13" name="Gear 6 12"/>
          <p:cNvSpPr/>
          <p:nvPr/>
        </p:nvSpPr>
        <p:spPr>
          <a:xfrm>
            <a:off x="9038081" y="617220"/>
            <a:ext cx="914400" cy="914400"/>
          </a:xfrm>
          <a:prstGeom prst="gear6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ular Callout 13"/>
          <p:cNvSpPr/>
          <p:nvPr/>
        </p:nvSpPr>
        <p:spPr>
          <a:xfrm>
            <a:off x="10181081" y="708660"/>
            <a:ext cx="1051560" cy="731520"/>
          </a:xfrm>
          <a:prstGeom prst="wedgeRoundRectCallou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6500" y="1847088"/>
            <a:ext cx="341772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But they need very different explanations.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2788920"/>
            <a:ext cx="12045391" cy="1280160"/>
          </a:xfrm>
          <a:prstGeom prst="rect">
            <a:avLst/>
          </a:prstGeom>
          <a:solidFill>
            <a:srgbClr val="171F2A"/>
          </a:solidFill>
          <a:ln>
            <a:noFill/>
          </a:ln>
          <a:effectLst/>
        </p:spPr>
        <p:txBody>
          <a:bodyPr wrap="square" lIns="365760" tIns="0" rIns="365760" bIns="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WHAT IF YOUR CAR COULD EXPLAIN ITSEL</a:t>
            </a:r>
            <a:r>
              <a:rPr lang="en-CA" sz="2800" b="1" dirty="0">
                <a:solidFill>
                  <a:srgbClr val="FFFFFF"/>
                </a:solidFill>
              </a:rPr>
              <a:t>F</a:t>
            </a:r>
            <a:endParaRPr sz="2800" b="1" dirty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2800" b="1" dirty="0">
                <a:solidFill>
                  <a:srgbClr val="D9A43E"/>
                </a:solidFill>
              </a:rPr>
              <a:t>IN WORDS YOU ACTUALLY UNDERSTAND?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4142232"/>
            <a:ext cx="6704453" cy="2642616"/>
          </a:xfrm>
          <a:prstGeom prst="rect">
            <a:avLst/>
          </a:prstGeom>
          <a:solidFill>
            <a:srgbClr val="2A7F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0757" y="4142232"/>
            <a:ext cx="5267786" cy="2642616"/>
          </a:xfrm>
          <a:prstGeom prst="rect">
            <a:avLst/>
          </a:prstGeom>
          <a:solidFill>
            <a:srgbClr val="6E4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ular Callout 18"/>
          <p:cNvSpPr/>
          <p:nvPr/>
        </p:nvSpPr>
        <p:spPr>
          <a:xfrm>
            <a:off x="2008058" y="4617720"/>
            <a:ext cx="2834640" cy="1051560"/>
          </a:xfrm>
          <a:prstGeom prst="wedgeRoundRectCallout">
            <a:avLst/>
          </a:prstGeom>
          <a:solidFill>
            <a:srgbClr val="F4EEE6"/>
          </a:solidFill>
          <a:ln>
            <a:noFill/>
          </a:ln>
          <a:effectLst/>
        </p:spPr>
        <p:txBody>
          <a:bodyPr wrap="square" lIns="182880" rIns="182880" rtlCol="0" anchor="ctr"/>
          <a:lstStyle/>
          <a:p>
            <a:pPr algn="ctr"/>
            <a:r>
              <a:rPr sz="1400" b="1" i="1" dirty="0">
                <a:solidFill>
                  <a:srgbClr val="2A7F7E"/>
                </a:solidFill>
              </a:rPr>
              <a:t>“It's safe to keep driving get it checked this week.”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916168"/>
            <a:ext cx="615581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Calibri"/>
              </a:rPr>
              <a:t>Turns raw engine data into plain, personal advice not a code to look 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3130" y="5362956"/>
            <a:ext cx="256032" cy="320040"/>
          </a:xfrm>
          <a:prstGeom prst="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55466" y="5116068"/>
            <a:ext cx="256032" cy="566928"/>
          </a:xfrm>
          <a:prstGeom prst="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57802" y="4860036"/>
            <a:ext cx="256032" cy="822960"/>
          </a:xfrm>
          <a:prstGeom prst="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0138" y="4604004"/>
            <a:ext cx="256032" cy="1078992"/>
          </a:xfrm>
          <a:prstGeom prst="rect">
            <a:avLst/>
          </a:prstGeom>
          <a:solidFill>
            <a:srgbClr val="F4EE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25077" y="5916168"/>
            <a:ext cx="471914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Works even with little or no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Yu</cp:lastModifiedBy>
  <cp:revision>2</cp:revision>
  <dcterms:created xsi:type="dcterms:W3CDTF">2013-01-27T09:14:16Z</dcterms:created>
  <dcterms:modified xsi:type="dcterms:W3CDTF">2026-08-17T02:14:35Z</dcterms:modified>
  <cp:category/>
</cp:coreProperties>
</file>